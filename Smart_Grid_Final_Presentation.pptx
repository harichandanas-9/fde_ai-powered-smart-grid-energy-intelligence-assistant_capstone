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4754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" y="137160"/>
            <a:ext cx="164592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37160"/>
            <a:ext cx="0" cy="164592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783080"/>
            <a:ext cx="1645920" cy="-164592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3291840"/>
            <a:ext cx="182880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3291840"/>
            <a:ext cx="0" cy="173736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5029200"/>
            <a:ext cx="1828800" cy="-173736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73152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0" y="3337560"/>
            <a:ext cx="3840480" cy="457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192C"/>
                </a:solidFill>
              </a:rPr>
              <a:t>FDE Capstone  | 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Complete Architecture  |  Demo Flow  |  Technology Rationale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</a:rPr>
              <a:t>What Is This Project?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914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19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Grid operators face voltage instability, transformer overloads and equipment failures that require fast, accurate root-cause analysis. Manual inspection of CSV telemetry is slow, error-prone and not scalable. This system replaces that with a natural language AI assistant that retrieves relevant incidents, analyses patterns, identifies root causes and delivers explainable recommendations - all in under 5 seconds.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100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Incident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Chunks (JSONL)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LangGraph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13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15468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React Frontend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&lt; 5s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8932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End-to-End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Response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2240280"/>
            <a:ext cx="12984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2240280"/>
            <a:ext cx="1298448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377440"/>
            <a:ext cx="12984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</a:rPr>
              <a:t>Free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06640" y="3520440"/>
            <a:ext cx="12984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Infrastructure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Cost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Complete System Architecture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0" y="1078992"/>
            <a:ext cx="502920" cy="5486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07899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0" y="1719072"/>
            <a:ext cx="502920" cy="5486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17190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ETL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2377440"/>
            <a:ext cx="502920" cy="5486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23774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STORAGE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3246120"/>
            <a:ext cx="502920" cy="5486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246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AGENTS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0" y="4407408"/>
            <a:ext cx="502920" cy="5486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40740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OUTPUT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1042416"/>
            <a:ext cx="1828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1042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Grid Stability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100 rows / voltage,freq,stab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08760" y="1664208"/>
            <a:ext cx="0" cy="20116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185623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185623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1042416"/>
            <a:ext cx="1828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1042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Household Power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126 MB / consumption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0" y="1664208"/>
            <a:ext cx="0" cy="20116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85623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5623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1042416"/>
            <a:ext cx="1828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1042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Electric Power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126 MB / consumption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1664208"/>
            <a:ext cx="0" cy="20116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185623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185623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042416"/>
            <a:ext cx="1828800" cy="62179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1042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Upload 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Any .csv / FastAPI multipart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06640" y="1664208"/>
            <a:ext cx="0" cy="20116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185623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185623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1865376"/>
            <a:ext cx="7863840" cy="457200"/>
          </a:xfrm>
          <a:prstGeom prst="rect">
            <a:avLst/>
          </a:prstGeom>
          <a:solidFill>
            <a:srgbClr val="FFFDE7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1865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000"/>
                </a:solidFill>
              </a:rPr>
              <a:t>ETL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83080" y="1920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1 Load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0" y="2093976"/>
            <a:ext cx="146304" cy="0"/>
          </a:xfrm>
          <a:prstGeom prst="line">
            <a:avLst/>
          </a:prstGeom>
          <a:noFill/>
          <a:ln w="15240">
            <a:solidFill>
              <a:srgbClr val="C97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63824" y="1920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2 Normalize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98264" y="2093976"/>
            <a:ext cx="146304" cy="0"/>
          </a:xfrm>
          <a:prstGeom prst="line">
            <a:avLst/>
          </a:prstGeom>
          <a:noFill/>
          <a:ln w="15240">
            <a:solidFill>
              <a:srgbClr val="C97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1920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3 Clean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79008" y="2093976"/>
            <a:ext cx="146304" cy="0"/>
          </a:xfrm>
          <a:prstGeom prst="line">
            <a:avLst/>
          </a:prstGeom>
          <a:noFill/>
          <a:ln w="15240">
            <a:solidFill>
              <a:srgbClr val="C97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1920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4 Aggregate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59752" y="2093976"/>
            <a:ext cx="146304" cy="0"/>
          </a:xfrm>
          <a:prstGeom prst="line">
            <a:avLst/>
          </a:prstGeom>
          <a:noFill/>
          <a:ln w="15240">
            <a:solidFill>
              <a:srgbClr val="C97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06056" y="19202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5 chunks.jsonl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11680" y="2322576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249631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03120" y="249631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2322576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6160" y="249631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249631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2322576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0" y="249631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249631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" y="2505456"/>
            <a:ext cx="182880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94360" y="25054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chunks.jsonl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100 incident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JSONL flat file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508760" y="3163824"/>
            <a:ext cx="0" cy="164592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17320" y="331927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0200" y="331927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0" y="2505456"/>
            <a:ext cx="182880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2560320" y="25054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BM25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bm25_index.pkl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rank-bm25 keyword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74720" y="3163824"/>
            <a:ext cx="0" cy="164592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83280" y="331927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66160" y="331927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26280" y="2505456"/>
            <a:ext cx="1828800" cy="658368"/>
          </a:xfrm>
          <a:prstGeom prst="rect">
            <a:avLst/>
          </a:prstGeom>
          <a:solidFill>
            <a:srgbClr val="FFEBEE"/>
          </a:solidFill>
          <a:ln w="12700">
            <a:solidFill>
              <a:srgbClr val="E819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526280" y="25054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ChromaDB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Vector 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DISABLED Win/Py3.13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440680" y="3163824"/>
            <a:ext cx="0" cy="164592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9240" y="331927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32120" y="331927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92240" y="2505456"/>
            <a:ext cx="182880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492240" y="25054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History Stores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qa_history.jsonl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etl_history.jsonl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06640" y="3163824"/>
            <a:ext cx="0" cy="164592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00" y="331927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98080" y="331927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4360" y="3328416"/>
            <a:ext cx="144475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594360" y="332841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Guardrails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PII+Inject filter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039112" y="3657600"/>
            <a:ext cx="128016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57984" y="356616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7984" y="374904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67128" y="3328416"/>
            <a:ext cx="144475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2167128" y="332841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Retrieval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BM25+RRF top-5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611880" y="3657600"/>
            <a:ext cx="128016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30752" y="356616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30752" y="374904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39896" y="3328416"/>
            <a:ext cx="144475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3739896" y="332841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Stability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Health 0-100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184648" y="3657600"/>
            <a:ext cx="128016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03520" y="356616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03520" y="374904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12664" y="3328416"/>
            <a:ext cx="144475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5312664" y="332841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Failure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Root causes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757416" y="3657600"/>
            <a:ext cx="128016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76288" y="356616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76288" y="374904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85432" y="3328416"/>
            <a:ext cx="1444752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C97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885432" y="3328416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Recommend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Groq LLM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200400" y="4059936"/>
            <a:ext cx="2743200" cy="384048"/>
          </a:xfrm>
          <a:prstGeom prst="rect">
            <a:avLst/>
          </a:prstGeom>
          <a:solidFill>
            <a:srgbClr val="FFEBEE"/>
          </a:solidFill>
          <a:ln w="12700">
            <a:solidFill>
              <a:srgbClr val="E819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3200400" y="40599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192C"/>
                </a:solidFill>
              </a:rPr>
              <a:t>EscalationAgent (conditional) - Fires when Health Score &lt; 50  |  A2A workflow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594360" y="4526280"/>
            <a:ext cx="786384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59436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FastAPI  |  uvicorn --loop asyncio  |  localhost:8000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3840480" y="45262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   /datasets/*   /predict   /evaluate   /guardrails/*   /chat/*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Primary Query Pipeline - Head to Toe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395728" y="1947672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04288" y="2121408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2121408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43000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43000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1430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1179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ETL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11795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pandas + JSONL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CSV Load -&gt; Normalize -&gt; Clean -&gt; Aggregate -&gt; chunks.jsonl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43000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1430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179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BM25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11795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rank-bm25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Build keyword index from 100 chunks -&gt; bm25_index.pkl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95728" y="2935224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4288" y="3108960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3108960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130552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130552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213055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6968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GUARDRAILS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21671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regex + rules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6968" y="24963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Block PII, injection attacks, off-topic queries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130552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130552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13055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RETRIEVAL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21671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BM25 + RRF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24963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BM25 search -&gt; top-20 -&gt; RRF fusion -&gt; top-5 chunks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95728" y="3922776"/>
            <a:ext cx="0" cy="18288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04288" y="4096512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87168" y="4096512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" y="3118104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92608" y="3118104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311810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6968" y="3154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STABILITY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6968" y="31546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Python math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86968" y="34838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Grid Health Score 0-100 from voltage, frequency, outages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3118104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3118104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11810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12080" y="3154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FAILURE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31546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Rule-based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12080" y="34838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Root cause rules -&gt; probability scores + evidence chunks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" y="4105656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2608" y="4105656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410565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86968" y="4142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LLM ANSWER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86968" y="414223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LangChain + Groq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86968" y="4471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Groq llama-3.3-70b -&gt; natural language answer + recommendations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4105656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17720" y="4105656"/>
            <a:ext cx="502920" cy="8046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410565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212080" y="41422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12080" y="414223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DeepEval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212080" y="4471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DeepEval + LLM Judge -&gt; faithfulness, accuracy, actionability 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498848" y="2459736"/>
            <a:ext cx="118872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08576" y="2368296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08576" y="2551176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98848" y="3447288"/>
            <a:ext cx="118872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08576" y="3355848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08576" y="3538728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98848" y="4434840"/>
            <a:ext cx="118872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08576" y="434340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08576" y="452628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2608" y="4800600"/>
            <a:ext cx="8558784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2608" y="4800600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 flow: CSV -&gt; ETL -&gt; BM25 -&gt; FastAPI -&gt; 5 Agents -&gt; Groq LLM -&gt; DeepEval -&gt; React Frontend  |  Under 5 seconds end-to-end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AGENTS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LangGraph Multi-Agent Pipeline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E819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515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StateGraph + MemorySaver  |  /chat/query endpoint  |  Session memory  |  Sequential 6-node pipeline  |  Groq intent routing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606040" cy="47548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1  Orchestrator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Intent classify via Groq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Routes query to retrieval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313432"/>
            <a:ext cx="228600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2221992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2404872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57276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572768"/>
            <a:ext cx="260604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7276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2  Grid 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12140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BM25 search -&gt; top-5 chunks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RRF fusion applied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313432"/>
            <a:ext cx="228600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2221992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2404872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57276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572768"/>
            <a:ext cx="260604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57276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3  Stability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12140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Telemetry analysis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Grid Health Score 0-100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10128"/>
            <a:ext cx="2606040" cy="475488"/>
          </a:xfrm>
          <a:prstGeom prst="rect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1012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4  Failure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Root cause identification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Probability + evidence links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4050792"/>
            <a:ext cx="228600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45536" y="3959352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45536" y="4142232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331012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3310128"/>
            <a:ext cx="2606040" cy="47548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31012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5  Recommendation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385876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Groq generates action steps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Priority ranked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4050792"/>
            <a:ext cx="228600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0176" y="3959352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0176" y="4142232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310128"/>
            <a:ext cx="2606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3310128"/>
            <a:ext cx="2606040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331012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6  Synthesize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858768"/>
            <a:ext cx="242316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Final answer written by Groq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Formatted for UI display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75320" y="3054096"/>
            <a:ext cx="0" cy="256032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3880" y="3300984"/>
            <a:ext cx="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3300984"/>
            <a:ext cx="-91440" cy="109728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310128"/>
            <a:ext cx="7955280" cy="0"/>
          </a:xfrm>
          <a:prstGeom prst="line">
            <a:avLst/>
          </a:prstGeom>
          <a:noFill/>
          <a:ln w="10160">
            <a:solidFill>
              <a:srgbClr val="E8192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4892040"/>
            <a:ext cx="457200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819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286000" y="4892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192C"/>
                </a:solidFill>
              </a:rPr>
              <a:t>EscalationAgent (conditional)  -  Health Score &lt; 50 triggers A2A escalation workflow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Technology Stack and Rationale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52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LLM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Groq / Llama 3.3-70b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1115568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200+ tokens/sec. Free tier. Fallback: Groq -&gt; OpenAI -&gt; Template. Works with zero API keys.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15568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52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KEYWORD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63440" y="14447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BM25 (rank-bm25)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1115568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Primary search. Catches exact IDs like T-104, Substation Alpha. Zero RAM. Offline.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048256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048256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VECTOR DB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" y="23774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ChromaDB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204825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Disabled on Win/Py3.13 (crash). Active on Linux/Render. BM25 handles Windows demo.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048256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48256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084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AGENTS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3440" y="23774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LangGraph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04825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StateGraph + MemorySaver. Sequential 6-node pipeline. NOT SqliteSaver (broke 0.2.50+).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980944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80944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LLM CHAIN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0040" y="33101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LangChain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00200" y="298094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Unified abstraction: ChatGroq / ChatOpenAI / ChatAnthropic all use .invoke().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80944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980944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BACKEND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3440" y="33101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FastAPI + Python 3.11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2980944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Async ASGI. 17 endpoints. Pydantic validation. Auto Swagger /docs. uvicorn --loop asyncio.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913632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913632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EVAL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0040" y="42428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DeepEval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00200" y="3913632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LLM Judge scoring: faithfulness, accuracy, actionability %. Heuristic fallback.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913632"/>
            <a:ext cx="420624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913632"/>
            <a:ext cx="118872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E8192C"/>
                </a:solidFill>
              </a:rPr>
              <a:t>FRONTEND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63440" y="424281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18 + Vite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0" y="3913632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13 pages. Tailwind + Recharts + Axios. Retry interceptor. Semantic cache client.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Why These Choices? Comparison With Alternatives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3749040"/>
        </p:xfrm>
        <a:graphic>
          <a:graphicData uri="http://schemas.openxmlformats.org/drawingml/2006/table">
            <a:tbl>
              <a:tblPr/>
              <a:tblGrid>
                <a:gridCol w="1097280"/>
                <a:gridCol w="1691640"/>
                <a:gridCol w="214884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 Used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Alternatives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19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Decision Reason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19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Groq llama-3.3-70b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GPT-4, Claude, Gemini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200+ tokens/sec free. GPT-4 costs per token. Claude needs credits.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Search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BM25 (rank-bm25)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Elasticsearch, Solr, FAISS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Zero infra. ES needs 1GB+ RAM server. FAISS loses data on restart.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Vector DB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ChromaDB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Pinecone, Weaviate, Qdrant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Embedded, no server. Pinecone needs cloud billing. Active on Linux.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Agent Orch.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LangGraph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AutoGen, CrewAI, plain chains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Fine-grained StateGraph control + MemorySaver session state.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Evaluation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DeepEval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RAGAS, manual scoring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LLM-as-Judge + heuristic fallback. No extra infra needed.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FastAPI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Flask, Django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Async native, Pydantic, auto OpenAPI docs. Flask is synchronous.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React + Vite + Tailwind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Next.js, Angular, plain HTML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Fast HMR. Recharts for real-time grid charts. 13 pages built.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React Frontend - 13 Pages  (localhost:5173)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97280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Grid Health Score, heatmap, telemetry summary, recent recommendations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97280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Query Console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499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Natural language Q&amp;A, agent trace, root causes, evidence, evaluation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09728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25312" y="1097280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152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ETL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9904" y="14996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Upload CSV, select dataset, click Ingest. ETL history and validation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21214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121408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Grid Stability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523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Voltage, frequency, stability score trends. Risk charts per region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08960" y="21214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2121408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Failure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73552" y="2523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Root causes with probability scores and evidence chunk links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2121408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25312" y="2121408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Smart Meter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9904" y="25237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Household power consumption patterns. Peak usage, demand-side stress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" y="31455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3145536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Telemetry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Live sensor time-series: voltage_mean, freq_mean, demand_max (100 readings)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31455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08960" y="3145536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73552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All AI-generated recommendations. Operator name, confidence, actions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3145536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25312" y="3145536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Agent Flow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9904" y="35478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Multi-agent pipeline viz: which agents ran, duration, status, contribution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2608" y="416966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2608" y="4169664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Incident Timeline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Chronological incidents by day/hour. Severity distribution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08960" y="416966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0" y="4169664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Heatmap Analytics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73552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Region x Severity matrix. Colour intensity = incident count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25312" y="4169664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25312" y="4169664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9904" y="42245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Predictive AI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9904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Composite risk score per region. Transformer overload %, voltage deviation 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2608" y="5193792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92608" y="5193792"/>
            <a:ext cx="73152" cy="9144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2486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Settings / Admin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596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Switch LLM provider, reset vector index, validate retrieval, component health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Demo - How to Start and Run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1993392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78992"/>
            <a:ext cx="1993392" cy="51206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78992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Activate venv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148840"/>
            <a:ext cx="1810512" cy="17190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48840"/>
            <a:ext cx="181051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2651760"/>
            <a:ext cx="146304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56032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74320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32304" y="1078992"/>
            <a:ext cx="1993392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32304" y="1078992"/>
            <a:ext cx="1993392" cy="51206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078992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23744" y="16642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Start 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3744" y="2148840"/>
            <a:ext cx="1810512" cy="17190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148840"/>
            <a:ext cx="181051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--host 127.0.0.1 --port 8000 --reload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25696" y="2651760"/>
            <a:ext cx="146304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2856" y="256032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2856" y="274320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078992"/>
            <a:ext cx="1993392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78992"/>
            <a:ext cx="1993392" cy="51206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078992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16642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Ingest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148840"/>
            <a:ext cx="1810512" cy="17190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148840"/>
            <a:ext cx="181051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/api/v1/ingest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/api/v1/embed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65392" y="2651760"/>
            <a:ext cx="146304" cy="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2560320"/>
            <a:ext cx="109728" cy="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2552" y="2743200"/>
            <a:ext cx="109728" cy="-91440"/>
          </a:xfrm>
          <a:prstGeom prst="line">
            <a:avLst/>
          </a:prstGeom>
          <a:noFill/>
          <a:ln w="19050">
            <a:solidFill>
              <a:srgbClr val="E8192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1696" y="1078992"/>
            <a:ext cx="1993392" cy="3154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11696" y="1078992"/>
            <a:ext cx="1993392" cy="51206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1078992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Step 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803136" y="166420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Start Frontend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03136" y="2148840"/>
            <a:ext cx="1810512" cy="171907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2148840"/>
            <a:ext cx="181051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run dev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localhost:5173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" y="4315968"/>
            <a:ext cx="8558784" cy="502920"/>
          </a:xfrm>
          <a:prstGeom prst="rect">
            <a:avLst/>
          </a:prstGeom>
          <a:solidFill>
            <a:srgbClr val="2B2B2B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4315968"/>
            <a:ext cx="8558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Query:  "Voltage instability increasing in South Zone transformer - what is the root cause and recommended action?"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" y="4864608"/>
            <a:ext cx="73152" cy="1828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Demo Tip 1: Show agent trace panel (all 6 agents firing)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4864608"/>
            <a:ext cx="73152" cy="1828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Demo Tip 2: Expand retrieved chunks (BM25 keyword scores visible)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" y="4864608"/>
            <a:ext cx="73152" cy="1828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Demo Tip 3: Show Heatmap page (region severity matrix)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" y="4864608"/>
            <a:ext cx="73152" cy="1828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Demo Tip 4: Show Predictive AI page (risk scores per region)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2608" y="4892040"/>
            <a:ext cx="8558784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8920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Demo tips: Show agent trace | Show BM25 chunk scores | Show Heatmap page | Highlight DeepEval faithfulness score in Query Console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Production Management and Scalability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ASYNC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207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Async FastAPI Workers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9105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All 17 endpoints are async. uvicorn --loop asyncio. Handles 50-100 concurrent requests without blocking.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15568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15568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CACHE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32120" y="12070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Semantic Cache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591056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Cosine similarity &gt; 0.92 returns cached response instantly. 500-item LRU. No LLM call, no BM25 search.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77440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FALLBACK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88720" y="24688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LLM Fallback Chain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85292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Groq -&gt; OpenAI -&gt; Template. Groq rate-limit or timeout auto-triggers next provider silently.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77440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377440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CHROMA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2120" y="24688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ChromaDB on Production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285292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Disabled on Win/Py3.13 (crash). Activates automatically on Linux/Render. BM25 handles Windows demo.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39312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39312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DISK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3730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Render Persistent Disk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1GB disk at /var/data. chunks.jsonl, bm25_index.pkl, chroma_store all persist across deploys.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39312"/>
            <a:ext cx="4206240" cy="1115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639312"/>
            <a:ext cx="777240" cy="111556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39312"/>
            <a:ext cx="7772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SCALE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32120" y="373075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Horizontal Scale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4114800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Current: single-node. Scale: replace ChromaDB with Qdrant, add Redis cache, Kubernetes HPA.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Advantages and Limitations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34747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4206240" cy="603504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73152" cy="6035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</a:rPr>
              <a:t>+ Zero-cost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Groq free tier + Render free + ChromaDB embedded = no cloud bill.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4206240" cy="603504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85416"/>
            <a:ext cx="73152" cy="6035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231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</a:rPr>
              <a:t>+ Offline resilience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487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BM25 + template LLM operate with no external API keys whatsoever.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62072"/>
            <a:ext cx="4206240" cy="603504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62072"/>
            <a:ext cx="73152" cy="6035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07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</a:rPr>
              <a:t>+ Explainable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Every answer shows evidence chunks, agent trace, root causes, scores.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38728"/>
            <a:ext cx="4206240" cy="603504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38728"/>
            <a:ext cx="73152" cy="6035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584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</a:rPr>
              <a:t>+ DeepEval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3840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Every response auto-evaluated on faithfulness, accuracy, actionability.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15384"/>
            <a:ext cx="4206240" cy="603504"/>
          </a:xfrm>
          <a:prstGeom prst="rect">
            <a:avLst/>
          </a:prstGeom>
          <a:solidFill>
            <a:srgbClr val="F0FFF4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15384"/>
            <a:ext cx="73152" cy="60350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</a:rPr>
              <a:t>+ 13-page full 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Complete UI covering all data views a grid operator needs.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508760"/>
            <a:ext cx="420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508760"/>
            <a:ext cx="594360" cy="60350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0876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49240" y="1554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Cold starts on Render free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18105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Service sleeps after 15 min. First request ~30s warm-up.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185416"/>
            <a:ext cx="420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185416"/>
            <a:ext cx="594360" cy="60350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185416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349240" y="22311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ChromaDB Windows crash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24871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Win/Py3.13 crash forces BM25-only mode. No semantic search.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862072"/>
            <a:ext cx="594360" cy="603504"/>
          </a:xfrm>
          <a:prstGeom prst="rect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862072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49240" y="29077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Groq 30 req/min limit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31638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Free tier rate limit. Template fallback activates silently.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538728"/>
            <a:ext cx="420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538728"/>
            <a:ext cx="594360" cy="603504"/>
          </a:xfrm>
          <a:prstGeom prst="rect">
            <a:avLst/>
          </a:prstGeom>
          <a:solidFill>
            <a:srgbClr val="C97000"/>
          </a:solidFill>
          <a:ln w="12700">
            <a:solidFill>
              <a:srgbClr val="C97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538728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49240" y="35844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1GB Render disk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49240" y="3840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500K+ chunks will fill disk. Needs upgrade or cloud vector DB.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215384"/>
            <a:ext cx="4206240" cy="603504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4215384"/>
            <a:ext cx="594360" cy="6035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4215384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349240" y="42611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No live SCADA feed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49240" y="451713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Batch CSV ingestion only. Real-time needs Kafka/MQTT layer.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57400"/>
            <a:ext cx="4754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Prodapt.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" y="137160"/>
            <a:ext cx="164592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37160"/>
            <a:ext cx="0" cy="164592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783080"/>
            <a:ext cx="1645920" cy="-164592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3291840"/>
            <a:ext cx="1828800" cy="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3291840"/>
            <a:ext cx="0" cy="173736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5029200"/>
            <a:ext cx="1828800" cy="-1737360"/>
          </a:xfrm>
          <a:prstGeom prst="line">
            <a:avLst/>
          </a:prstGeom>
          <a:noFill/>
          <a:ln w="889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229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5029200" y="1965960"/>
            <a:ext cx="3840480" cy="54864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192C"/>
                </a:solidFill>
              </a:rPr>
              <a:t>Questions Welcome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   http://localhost:5173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   http://localhost:8000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438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Docs:   http://localhost:8000/docs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831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Health:     http://localhost:8000/api/v1/health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2245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       POST /api/v1/chat/query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4709160"/>
            <a:ext cx="38404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FDE Capstone  |  AI-Powered Smart Grid Energy Intelligence Assistant  |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2026-06-11T08:26:02Z</dcterms:created>
  <dcterms:modified xsi:type="dcterms:W3CDTF">2026-06-11T08:26:02Z</dcterms:modified>
</cp:coreProperties>
</file>